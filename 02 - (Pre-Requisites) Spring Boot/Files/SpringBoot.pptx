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DDA392-1D4E-4892-AA23-B759B2A9C7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entirejava.com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C2CF7-8E22-43EB-B618-6EB2C2A3AE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0E596-0C26-4FE0-96A2-0578DDEE46E6}" type="datetimeFigureOut">
              <a:rPr lang="en-US" smtClean="0"/>
              <a:t>6/2/2019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4E572-D7AC-4CDC-9FF2-43F682E502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entirejava.com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5DD3F-E0EA-4B2B-AC80-B37BF67365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D304D-6B3D-423C-9538-05603993D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427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entirejava.com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9B2FE-29DF-430E-A605-448B2CDE836C}" type="datetimeFigureOut">
              <a:rPr lang="en-US" smtClean="0"/>
              <a:t>6/2/2019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entirejava.com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BF275-8E47-431F-BF39-A54424BFB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147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C1DC-24BA-4366-9AEA-317BBA58F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EDFD3-28B5-4C49-9D18-CAC9A4D70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013E5-7EEB-47E5-B0E9-46E2B8F7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2592D-DB46-4CBE-8F4C-DBC1FADFB3F3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8A156-F847-40B6-A6C0-272592A9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660B-8174-4B1E-B68A-88EAE977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3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394E-F4DB-48F6-AC22-E7645071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64383-03EE-4C29-B2CC-D089B34A0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7989-1A8E-4D3F-A407-20B0031C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51C87-1F8B-418D-8461-FCFE1C503984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FA2AD-5CF3-448D-A85D-E2150FCE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E9D45-3317-43C9-A9D1-A719A826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5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11AC-42C9-44CE-A629-F3A49F0A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35D8C-ADBB-4C0C-B5B3-13F40C2A3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553D-04C5-4F2F-A1BA-7E02070A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B9B50-563F-4ADC-9C92-39183B6C3FE0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5E0CD-C459-4CDD-8B1A-1250C99E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2F16C-9D46-4F27-B53F-7EA685F4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CB72-D082-4F7F-AC8F-A64E8D43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49514-75E3-4F43-8688-122F9B297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2BE8C-EEC2-4888-9663-D03C5CF7B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4B799-3235-4C0F-871A-9EDE765F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165D4-1F58-438F-9B54-EC8A899945E0}" type="datetime1">
              <a:rPr lang="en-US" smtClean="0"/>
              <a:t>6/2/2019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FCA5A-1850-4823-A46B-0AABDF9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BE51D-BC06-49F7-B3B6-2E9D1268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8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05B9-8CE1-4E51-8774-610109DC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68CB-8B0E-48AA-9F0F-C8DC7A3EA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BC222-38D1-4716-A4CD-6DC8A6D8A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B734A-85F3-4BC5-BB61-A0D91356A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90EC3-4165-4202-8B41-5C605A6D2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784B1-3D97-447B-BD26-1488659F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E87B7-0030-423B-B4DA-39692D379B90}" type="datetime1">
              <a:rPr lang="en-US" smtClean="0"/>
              <a:t>6/2/2019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12513-1AC7-43E3-96BF-2D2042AE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CB799-790D-4440-8417-49266E33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2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D86B-5B2B-48EF-A530-C9F2AA0D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F4A9D-BAD8-45EB-AD9A-3512C20E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57DB-1314-4E44-9B07-DA4793FE4689}" type="datetime1">
              <a:rPr lang="en-US" smtClean="0"/>
              <a:t>6/2/2019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AC738-E504-4C59-8FDB-32BDF37A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C4317-C7C9-4C6C-B1AC-A77037F6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4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FF965-7185-43CE-A933-0E860BFF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A3AE6-A2D5-402D-A48B-775C84F5DA86}" type="datetime1">
              <a:rPr lang="en-US" smtClean="0"/>
              <a:t>6/2/2019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D9034-CE8B-41B5-9ADB-40AD5D4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CC36-6FE8-48E4-A1D6-EF986C8E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158C-888B-40C7-975E-67A61F01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DC90-ADA4-4DC6-A039-B0E954D26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1299E-6085-49BC-907E-3F0F7BC39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F274A-AF06-4CF5-8FEB-DBF06757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6CBF-345A-479F-8536-7EE5957F5A80}" type="datetime1">
              <a:rPr lang="en-US" smtClean="0"/>
              <a:t>6/2/2019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8C3DB-E18E-43D7-B1C5-E428F52D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33DAA-6F62-418F-887B-D6416B73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6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647C-A1C3-4CE6-881E-C1E5A6EB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6BBCD-FB02-4329-9385-E6B24B78F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590F5-9043-4C02-9DED-F7F38055F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FA3A4-E877-4FFE-A02C-73DCF1E6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F0970-8103-4C36-BD2E-B021370DE62B}" type="datetime1">
              <a:rPr lang="en-US" smtClean="0"/>
              <a:t>6/2/2019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38722-E05E-4C60-8C55-A42A6264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08D59-D0EB-49A1-A3E6-04B16581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6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1CBF-E8EA-42D1-929B-231D4559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CE420-265C-431B-B21F-66AA5984D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553EC-1FF9-42C9-BFD1-43AB8FC8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EDBB-2511-4598-8DAA-0799531C4BEC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1DAB-5407-4081-B9CB-4021C75B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B6E1-5EFA-4375-AD6C-C840E8A4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8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0A264-2553-4926-96C6-4A0EE4C0B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F19DA-446D-4850-BCBB-5C5232634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2AE67-30CA-410A-8D73-F9B8D59B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0D1C-CC93-47D2-8029-4CD7BDF1B198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3933-B983-45E4-93A5-B4A4593F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AFD23-697B-4BAB-9583-84540847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8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90A08-2288-4198-9EE1-99340274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877E0-810F-4709-867C-05C93A27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C38D-267A-47A1-8402-FE06EB159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0760D-E4FC-4422-B641-A67FFE2051EE}" type="datetime1">
              <a:rPr lang="en-US" smtClean="0"/>
              <a:t>6/2/2019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47A4-638A-4FF6-A6B8-A1F63DA4D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entirejava.com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AD125-6088-4D55-BED1-E2C89577D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1C4E9-D3B5-4012-9AF0-9A08609B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1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00094-88CF-4837-A9AE-EEEDDE0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60929"/>
            <a:ext cx="4114800" cy="365125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entirejava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1FBB6-6033-4DE7-A2D4-DC56A7AC33FE}"/>
              </a:ext>
            </a:extLst>
          </p:cNvPr>
          <p:cNvSpPr txBox="1"/>
          <p:nvPr/>
        </p:nvSpPr>
        <p:spPr>
          <a:xfrm>
            <a:off x="1593780" y="1010434"/>
            <a:ext cx="900444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Create a Maven/Gradle Project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Find the required dependencies and add them in POM.xml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Download the Tomcat Server, install it and configure in IDE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Download and install Database Software and run it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Write your application logic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Create a config file defining all the beans (Dispatcher servlet, View Resolver,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If there is DB, configure database parameters, </a:t>
            </a:r>
            <a:r>
              <a:rPr lang="en-US" sz="2400" dirty="0" err="1"/>
              <a:t>Datasource</a:t>
            </a:r>
            <a:r>
              <a:rPr lang="en-US" sz="2400" dirty="0"/>
              <a:t>, Entity Manager (Or for any other service)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Build, Deploy the Artifact on to the  server and run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12CF6-838B-4CF3-9CB4-4453062AF8F7}"/>
              </a:ext>
            </a:extLst>
          </p:cNvPr>
          <p:cNvSpPr txBox="1"/>
          <p:nvPr/>
        </p:nvSpPr>
        <p:spPr>
          <a:xfrm>
            <a:off x="4132384" y="238034"/>
            <a:ext cx="3927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Before Spring Boot</a:t>
            </a:r>
          </a:p>
        </p:txBody>
      </p:sp>
    </p:spTree>
    <p:extLst>
      <p:ext uri="{BB962C8B-B14F-4D97-AF65-F5344CB8AC3E}">
        <p14:creationId xmlns:p14="http://schemas.microsoft.com/office/powerpoint/2010/main" val="869318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00094-88CF-4837-A9AE-EEEDDE0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60929"/>
            <a:ext cx="4114800" cy="365125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entirejava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1FBB6-6033-4DE7-A2D4-DC56A7AC33FE}"/>
              </a:ext>
            </a:extLst>
          </p:cNvPr>
          <p:cNvSpPr txBox="1"/>
          <p:nvPr/>
        </p:nvSpPr>
        <p:spPr>
          <a:xfrm>
            <a:off x="1433786" y="1874728"/>
            <a:ext cx="93244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Spring Boot makes it easy to create stand-alone, production-grade Spring based Applications that you can "just run".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We take an opinionated view of the Spring platform and third-party libraries so you can get started with minimum fuss. Most Spring Boot applications need very little Spring configuration.</a:t>
            </a:r>
          </a:p>
          <a:p>
            <a:pPr algn="ctr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12CF6-838B-4CF3-9CB4-4453062AF8F7}"/>
              </a:ext>
            </a:extLst>
          </p:cNvPr>
          <p:cNvSpPr txBox="1"/>
          <p:nvPr/>
        </p:nvSpPr>
        <p:spPr>
          <a:xfrm>
            <a:off x="4879143" y="751124"/>
            <a:ext cx="2433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Spring Boot</a:t>
            </a:r>
          </a:p>
        </p:txBody>
      </p:sp>
    </p:spTree>
    <p:extLst>
      <p:ext uri="{BB962C8B-B14F-4D97-AF65-F5344CB8AC3E}">
        <p14:creationId xmlns:p14="http://schemas.microsoft.com/office/powerpoint/2010/main" val="387944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00094-88CF-4837-A9AE-EEEDDE0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60929"/>
            <a:ext cx="4114800" cy="365125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entirejava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1FBB6-6033-4DE7-A2D4-DC56A7AC33FE}"/>
              </a:ext>
            </a:extLst>
          </p:cNvPr>
          <p:cNvSpPr txBox="1"/>
          <p:nvPr/>
        </p:nvSpPr>
        <p:spPr>
          <a:xfrm>
            <a:off x="1861066" y="1618687"/>
            <a:ext cx="8469867" cy="444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Automatically configure components &amp; third party libraries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Creates standalone spring applications with embedded servers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Provide opiniated starter dependencies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Provide externalized configuration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Provides developer tools to enhance developer experience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Use Actuator to monitor application health and gather metrics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r>
              <a:rPr lang="en-US" sz="2400" dirty="0"/>
              <a:t>Provides testing utilities for ease of testing</a:t>
            </a:r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endParaRPr lang="en-US" sz="2400" dirty="0"/>
          </a:p>
          <a:p>
            <a:pPr marL="514350" indent="-514350">
              <a:spcAft>
                <a:spcPts val="1000"/>
              </a:spcAft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12CF6-838B-4CF3-9CB4-4453062AF8F7}"/>
              </a:ext>
            </a:extLst>
          </p:cNvPr>
          <p:cNvSpPr txBox="1"/>
          <p:nvPr/>
        </p:nvSpPr>
        <p:spPr>
          <a:xfrm>
            <a:off x="4132384" y="238034"/>
            <a:ext cx="3927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Spring Boot Features</a:t>
            </a:r>
          </a:p>
        </p:txBody>
      </p:sp>
    </p:spTree>
    <p:extLst>
      <p:ext uri="{BB962C8B-B14F-4D97-AF65-F5344CB8AC3E}">
        <p14:creationId xmlns:p14="http://schemas.microsoft.com/office/powerpoint/2010/main" val="287692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00094-88CF-4837-A9AE-EEEDDE0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60929"/>
            <a:ext cx="4114800" cy="365125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entirejava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19447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204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Karthikeya .</dc:creator>
  <cp:lastModifiedBy>Karthikeya .</cp:lastModifiedBy>
  <cp:revision>19</cp:revision>
  <dcterms:created xsi:type="dcterms:W3CDTF">2018-10-29T11:13:09Z</dcterms:created>
  <dcterms:modified xsi:type="dcterms:W3CDTF">2019-06-01T20:53:00Z</dcterms:modified>
</cp:coreProperties>
</file>